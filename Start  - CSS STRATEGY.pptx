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385482" y="120997"/>
            <a:ext cx="806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788886" y="504397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932034-ACD2-4129-A26D-BB944CD7D59F}"/>
              </a:ext>
            </a:extLst>
          </p:cNvPr>
          <p:cNvSpPr/>
          <p:nvPr/>
        </p:nvSpPr>
        <p:spPr>
          <a:xfrm>
            <a:off x="286871" y="295835"/>
            <a:ext cx="11663082" cy="624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77C2B-314F-4D5E-AA09-0E4C5EAAC5BD}"/>
              </a:ext>
            </a:extLst>
          </p:cNvPr>
          <p:cNvSpPr/>
          <p:nvPr/>
        </p:nvSpPr>
        <p:spPr>
          <a:xfrm>
            <a:off x="582706" y="624827"/>
            <a:ext cx="11205882" cy="52712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2BEDFB-60A6-4D9B-9D67-DC7167407F25}"/>
              </a:ext>
            </a:extLst>
          </p:cNvPr>
          <p:cNvSpPr/>
          <p:nvPr/>
        </p:nvSpPr>
        <p:spPr>
          <a:xfrm>
            <a:off x="582706" y="654424"/>
            <a:ext cx="11205882" cy="9950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B1DDD-FDD4-4404-82BA-55E29CB275A9}"/>
              </a:ext>
            </a:extLst>
          </p:cNvPr>
          <p:cNvSpPr txBox="1"/>
          <p:nvPr/>
        </p:nvSpPr>
        <p:spPr>
          <a:xfrm>
            <a:off x="680186" y="975373"/>
            <a:ext cx="1596849" cy="377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Navigation left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EA7F2-78F4-4EC1-A5F3-CA9DA0A54E7F}"/>
              </a:ext>
            </a:extLst>
          </p:cNvPr>
          <p:cNvSpPr txBox="1"/>
          <p:nvPr/>
        </p:nvSpPr>
        <p:spPr>
          <a:xfrm>
            <a:off x="9969884" y="975373"/>
            <a:ext cx="225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Navigation right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6E2CA-9FC0-4A6C-9F5B-5C7FCD3F7A03}"/>
              </a:ext>
            </a:extLst>
          </p:cNvPr>
          <p:cNvSpPr txBox="1"/>
          <p:nvPr/>
        </p:nvSpPr>
        <p:spPr>
          <a:xfrm>
            <a:off x="5177117" y="952071"/>
            <a:ext cx="2245659" cy="38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Navigation center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7341B3-5826-477F-B2C1-38F9C7DF1EC6}"/>
              </a:ext>
            </a:extLst>
          </p:cNvPr>
          <p:cNvSpPr/>
          <p:nvPr/>
        </p:nvSpPr>
        <p:spPr>
          <a:xfrm>
            <a:off x="2465294" y="1716741"/>
            <a:ext cx="7261411" cy="17122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DBD61-2170-4429-A5AD-FEC528D39298}"/>
              </a:ext>
            </a:extLst>
          </p:cNvPr>
          <p:cNvSpPr txBox="1"/>
          <p:nvPr/>
        </p:nvSpPr>
        <p:spPr>
          <a:xfrm>
            <a:off x="5177117" y="1803429"/>
            <a:ext cx="21829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Header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2AAA6E-CF51-4DFD-8D29-2FADEA12B613}"/>
              </a:ext>
            </a:extLst>
          </p:cNvPr>
          <p:cNvSpPr/>
          <p:nvPr/>
        </p:nvSpPr>
        <p:spPr>
          <a:xfrm>
            <a:off x="2465294" y="3558988"/>
            <a:ext cx="7261411" cy="234694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77430-05C6-4AF8-9573-98F7C93C68B0}"/>
              </a:ext>
            </a:extLst>
          </p:cNvPr>
          <p:cNvSpPr txBox="1"/>
          <p:nvPr/>
        </p:nvSpPr>
        <p:spPr>
          <a:xfrm>
            <a:off x="4909294" y="3989911"/>
            <a:ext cx="2749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Container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41D8E4-18B9-44CC-84A5-7E6095D5AB59}"/>
              </a:ext>
            </a:extLst>
          </p:cNvPr>
          <p:cNvCxnSpPr/>
          <p:nvPr/>
        </p:nvCxnSpPr>
        <p:spPr>
          <a:xfrm>
            <a:off x="9969884" y="1156447"/>
            <a:ext cx="0" cy="49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45D3E9-5B9E-421A-8576-39879553270C}"/>
              </a:ext>
            </a:extLst>
          </p:cNvPr>
          <p:cNvCxnSpPr>
            <a:stCxn id="9" idx="1"/>
          </p:cNvCxnSpPr>
          <p:nvPr/>
        </p:nvCxnSpPr>
        <p:spPr>
          <a:xfrm flipV="1">
            <a:off x="9969884" y="654424"/>
            <a:ext cx="0" cy="505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E10051-7097-4C42-A88A-657D8897105E}"/>
              </a:ext>
            </a:extLst>
          </p:cNvPr>
          <p:cNvSpPr txBox="1"/>
          <p:nvPr/>
        </p:nvSpPr>
        <p:spPr>
          <a:xfrm>
            <a:off x="9430872" y="1058830"/>
            <a:ext cx="2268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Flex: 0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12E461-6522-430D-8F31-8FE50BFB9A7C}"/>
              </a:ext>
            </a:extLst>
          </p:cNvPr>
          <p:cNvCxnSpPr/>
          <p:nvPr/>
        </p:nvCxnSpPr>
        <p:spPr>
          <a:xfrm flipV="1">
            <a:off x="10847294" y="1649506"/>
            <a:ext cx="0" cy="1013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FF6133-9D8C-4CE7-9F76-2B83E644BB7C}"/>
              </a:ext>
            </a:extLst>
          </p:cNvPr>
          <p:cNvCxnSpPr/>
          <p:nvPr/>
        </p:nvCxnSpPr>
        <p:spPr>
          <a:xfrm>
            <a:off x="10847294" y="2662518"/>
            <a:ext cx="0" cy="757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7447C2A-4A0F-44C5-AC86-EE2971492744}"/>
              </a:ext>
            </a:extLst>
          </p:cNvPr>
          <p:cNvSpPr txBox="1"/>
          <p:nvPr/>
        </p:nvSpPr>
        <p:spPr>
          <a:xfrm>
            <a:off x="10334065" y="2427654"/>
            <a:ext cx="22456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Flex: 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FB1F715-F5BF-4B07-89D8-2D77A7F55456}"/>
              </a:ext>
            </a:extLst>
          </p:cNvPr>
          <p:cNvCxnSpPr/>
          <p:nvPr/>
        </p:nvCxnSpPr>
        <p:spPr>
          <a:xfrm flipV="1">
            <a:off x="10847294" y="3558988"/>
            <a:ext cx="0" cy="1173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865A21-9BBC-489C-9873-68C14FC40B9E}"/>
              </a:ext>
            </a:extLst>
          </p:cNvPr>
          <p:cNvCxnSpPr/>
          <p:nvPr/>
        </p:nvCxnSpPr>
        <p:spPr>
          <a:xfrm>
            <a:off x="10847294" y="4732458"/>
            <a:ext cx="0" cy="1150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F4A55B3-7AE3-4992-ACFB-6A55D1D25C16}"/>
              </a:ext>
            </a:extLst>
          </p:cNvPr>
          <p:cNvSpPr txBox="1"/>
          <p:nvPr/>
        </p:nvSpPr>
        <p:spPr>
          <a:xfrm>
            <a:off x="10334064" y="4601207"/>
            <a:ext cx="22456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Flex: 1 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41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virok</cp:lastModifiedBy>
  <cp:revision>2</cp:revision>
  <dcterms:created xsi:type="dcterms:W3CDTF">2024-08-04T11:27:57Z</dcterms:created>
  <dcterms:modified xsi:type="dcterms:W3CDTF">2025-11-17T12:39:41Z</dcterms:modified>
</cp:coreProperties>
</file>